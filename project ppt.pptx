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9392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02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736388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319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768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387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98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1893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83536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66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94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513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Loan Default Risk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Project Presentation</a:t>
            </a:r>
          </a:p>
          <a:p>
            <a:r>
              <a:rPr lang="en-IN" dirty="0"/>
              <a:t>By </a:t>
            </a:r>
            <a:r>
              <a:rPr dirty="0"/>
              <a:t>Urvashi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Objective: Predict loan default using machine learning.</a:t>
            </a:r>
          </a:p>
          <a:p>
            <a:r>
              <a:rPr sz="2800"/>
              <a:t>Helps financial institutions reduce credit risk.</a:t>
            </a:r>
          </a:p>
          <a:p>
            <a:r>
              <a:rPr sz="2800"/>
              <a:t>Binary classification problem (Default / No Default).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255,347 records and 18 features.</a:t>
            </a:r>
          </a:p>
          <a:p>
            <a:r>
              <a:rPr sz="2800"/>
              <a:t>Includes borrower, loan, and credit-related attributes.</a:t>
            </a:r>
          </a:p>
          <a:p>
            <a:r>
              <a:rPr sz="2800"/>
              <a:t>Target variable: Default (0 = No, 1 = Yes).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Removed LoanID column.</a:t>
            </a:r>
          </a:p>
          <a:p>
            <a:r>
              <a:rPr sz="2800"/>
              <a:t>Checked missing values (No missing values found).</a:t>
            </a:r>
          </a:p>
          <a:p>
            <a:r>
              <a:rPr sz="2800"/>
              <a:t>Converted categorical variables to numerical format.</a:t>
            </a:r>
          </a:p>
          <a:p>
            <a:r>
              <a:rPr sz="2800"/>
              <a:t>Applied train-test split.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Created Loan-to-Income ratio.</a:t>
            </a:r>
          </a:p>
          <a:p>
            <a:r>
              <a:rPr sz="2800"/>
              <a:t>Created Income per Credit Line feature.</a:t>
            </a:r>
          </a:p>
          <a:p>
            <a:r>
              <a:rPr sz="2800"/>
              <a:t>Performed 8-bin grouping for segmentation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Default rate increases with higher loan amount.</a:t>
            </a:r>
          </a:p>
          <a:p>
            <a:r>
              <a:rPr sz="2800"/>
              <a:t>Higher DTI ratio increases default risk.</a:t>
            </a:r>
          </a:p>
          <a:p>
            <a:r>
              <a:rPr sz="2800"/>
              <a:t>Higher interest rates linked to higher default.</a:t>
            </a:r>
          </a:p>
          <a:p>
            <a:r>
              <a:rPr sz="2800"/>
              <a:t>Dataset is imbalanced.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/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Correlation matrix used to identify relationships.</a:t>
            </a:r>
          </a:p>
          <a:p>
            <a:r>
              <a:rPr sz="2800"/>
              <a:t>Loan-to-Income and DTI positively related to Default.</a:t>
            </a:r>
          </a:p>
          <a:p>
            <a:r>
              <a:rPr sz="2800"/>
              <a:t>Income and Credit Score negatively related to Default.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/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Logistic Regression (Baseline Model).</a:t>
            </a:r>
          </a:p>
          <a:p>
            <a:r>
              <a:rPr sz="2800"/>
              <a:t>Simple and interpretable model.</a:t>
            </a:r>
          </a:p>
          <a:p>
            <a:r>
              <a:rPr sz="2800"/>
              <a:t>Suitable for binary classification.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Accuracy: 69%</a:t>
            </a:r>
          </a:p>
          <a:p>
            <a:r>
              <a:rPr sz="2800"/>
              <a:t>Precision: 23%</a:t>
            </a:r>
          </a:p>
          <a:p>
            <a:r>
              <a:rPr sz="2800"/>
              <a:t>Recall: 69%</a:t>
            </a:r>
          </a:p>
          <a:p>
            <a:r>
              <a:rPr sz="2800"/>
              <a:t>Confusion Matrix analyzed.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/>
              <a:t>Key Findings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Loan-to-Income ratio strongly impacts default risk.</a:t>
            </a:r>
          </a:p>
          <a:p>
            <a:r>
              <a:rPr sz="2800"/>
              <a:t>Higher financial burden increases probability of default.</a:t>
            </a:r>
          </a:p>
          <a:p>
            <a:r>
              <a:rPr sz="2800"/>
              <a:t>Model can support decision-making in credit risk assessment.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5400"/>
              <a:t>Ethical &amp; Regulatory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Model should not replace human judgment.</a:t>
            </a:r>
          </a:p>
          <a:p>
            <a:r>
              <a:rPr sz="2800"/>
              <a:t>Avoid bias and discrimination.</a:t>
            </a:r>
          </a:p>
          <a:p>
            <a:r>
              <a:rPr sz="2800"/>
              <a:t>Must comply with fair lending regulations.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5" id="{F9915BBD-9749-466F-995C-8C8D6A938EC0}" vid="{CF1D1A65-FC75-42D2-B7EF-D2991382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Crop</vt:lpstr>
      <vt:lpstr>Loan Default Risk Prediction</vt:lpstr>
      <vt:lpstr>Project Overview</vt:lpstr>
      <vt:lpstr>Dataset Description</vt:lpstr>
      <vt:lpstr>Data Preprocessing</vt:lpstr>
      <vt:lpstr>Feature Engineering</vt:lpstr>
      <vt:lpstr>Exploratory Data Analysis</vt:lpstr>
      <vt:lpstr>Correlation Analysis</vt:lpstr>
      <vt:lpstr>Model Used</vt:lpstr>
      <vt:lpstr>Model Evaluation</vt:lpstr>
      <vt:lpstr>Key Findings &amp; Conclusion</vt:lpstr>
      <vt:lpstr>Ethical &amp; Regulatory Considerations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Default Risk Prediction</dc:title>
  <dc:subject/>
  <dc:creator/>
  <cp:keywords/>
  <dc:description>generated using python-pptx</dc:description>
  <cp:lastModifiedBy>Urvashi sharma</cp:lastModifiedBy>
  <cp:revision>2</cp:revision>
  <dcterms:created xsi:type="dcterms:W3CDTF">2013-01-27T09:14:16Z</dcterms:created>
  <dcterms:modified xsi:type="dcterms:W3CDTF">2026-02-27T09:06:54Z</dcterms:modified>
  <cp:category/>
</cp:coreProperties>
</file>